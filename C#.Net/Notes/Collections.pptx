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2" autoAdjust="0"/>
    <p:restoredTop sz="94709" autoAdjust="0"/>
  </p:normalViewPr>
  <p:slideViewPr>
    <p:cSldViewPr>
      <p:cViewPr varScale="1">
        <p:scale>
          <a:sx n="63" d="100"/>
          <a:sy n="63" d="100"/>
        </p:scale>
        <p:origin x="13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Collections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/>
              <a:t>In </a:t>
            </a:r>
            <a:r>
              <a:rPr lang="en-US" sz="2000" b="1" dirty="0"/>
              <a:t>C#</a:t>
            </a:r>
            <a:r>
              <a:rPr lang="en-US" sz="2000" dirty="0"/>
              <a:t>, a </a:t>
            </a:r>
            <a:r>
              <a:rPr lang="en-US" sz="2000" b="1" dirty="0"/>
              <a:t>Generic Collection</a:t>
            </a:r>
            <a:r>
              <a:rPr lang="en-US" sz="2000" dirty="0"/>
              <a:t> is a type-safe data structure provided by the </a:t>
            </a:r>
            <a:r>
              <a:rPr lang="en-US" sz="2000" b="1" dirty="0" err="1"/>
              <a:t>System.Collections.Generic</a:t>
            </a:r>
            <a:r>
              <a:rPr lang="en-US" sz="2000" dirty="0"/>
              <a:t> namespace.</a:t>
            </a:r>
          </a:p>
          <a:p>
            <a:r>
              <a:rPr lang="en-US" sz="2000" dirty="0"/>
              <a:t>Unlike </a:t>
            </a:r>
            <a:r>
              <a:rPr lang="en-US" sz="2000" b="1" dirty="0"/>
              <a:t>non-generic collections</a:t>
            </a:r>
            <a:r>
              <a:rPr lang="en-US" sz="2000" dirty="0"/>
              <a:t> (like </a:t>
            </a:r>
            <a:r>
              <a:rPr lang="en-US" dirty="0" err="1"/>
              <a:t>ArrayList</a:t>
            </a:r>
            <a:r>
              <a:rPr lang="en-US" sz="2000" dirty="0"/>
              <a:t>, </a:t>
            </a:r>
            <a:r>
              <a:rPr lang="en-US" dirty="0" err="1"/>
              <a:t>Hashtable</a:t>
            </a:r>
            <a:r>
              <a:rPr lang="en-US" sz="2000" dirty="0"/>
              <a:t>), generics allow you to specify the </a:t>
            </a:r>
            <a:r>
              <a:rPr lang="en-US" sz="2000" b="1" dirty="0"/>
              <a:t>type of elements</a:t>
            </a:r>
            <a:r>
              <a:rPr lang="en-US" sz="2000" dirty="0"/>
              <a:t> it stores.</a:t>
            </a:r>
          </a:p>
          <a:p>
            <a:r>
              <a:rPr lang="en-US" sz="2000" dirty="0"/>
              <a:t>👉 This means:</a:t>
            </a:r>
          </a:p>
          <a:p>
            <a:r>
              <a:rPr lang="en-US" sz="2000" dirty="0"/>
              <a:t>No </a:t>
            </a:r>
            <a:r>
              <a:rPr lang="en-US" sz="2000" b="1" dirty="0"/>
              <a:t>boxing/unboxing</a:t>
            </a:r>
            <a:r>
              <a:rPr lang="en-US" sz="2000" dirty="0"/>
              <a:t> (better performance).</a:t>
            </a:r>
          </a:p>
          <a:p>
            <a:r>
              <a:rPr lang="en-US" sz="2000" b="1" dirty="0"/>
              <a:t>Type-safety</a:t>
            </a:r>
            <a:r>
              <a:rPr lang="en-US" sz="2000" dirty="0"/>
              <a:t> (you can’t accidentally store the wrong type).</a:t>
            </a:r>
          </a:p>
          <a:p>
            <a:r>
              <a:rPr lang="en-US" sz="2000" b="1" dirty="0"/>
              <a:t>Compile-time checking</a:t>
            </a:r>
            <a:r>
              <a:rPr lang="en-US" sz="2000" dirty="0"/>
              <a:t> (reduces runtime errors).</a:t>
            </a:r>
          </a:p>
          <a:p>
            <a:r>
              <a:rPr lang="en-US" sz="2000" b="1" dirty="0"/>
              <a:t>Why use Generic Collections?</a:t>
            </a:r>
          </a:p>
          <a:p>
            <a:r>
              <a:rPr lang="en-US" sz="2000" dirty="0"/>
              <a:t>✅ </a:t>
            </a:r>
            <a:r>
              <a:rPr lang="en-US" sz="2000" b="1" dirty="0"/>
              <a:t>Performance</a:t>
            </a:r>
            <a:r>
              <a:rPr lang="en-US" sz="2000" dirty="0"/>
              <a:t> → avoids boxing/unboxing.</a:t>
            </a:r>
          </a:p>
          <a:p>
            <a:r>
              <a:rPr lang="en-US" sz="2000" dirty="0"/>
              <a:t>✅ </a:t>
            </a:r>
            <a:r>
              <a:rPr lang="en-US" sz="2000" b="1" dirty="0"/>
              <a:t>Type Safety</a:t>
            </a:r>
            <a:r>
              <a:rPr lang="en-US" sz="2000" dirty="0"/>
              <a:t> → compiler catches mistakes.</a:t>
            </a:r>
          </a:p>
          <a:p>
            <a:r>
              <a:rPr lang="en-US" sz="2000" dirty="0"/>
              <a:t>✅ </a:t>
            </a:r>
            <a:r>
              <a:rPr lang="en-US" sz="2000" b="1" dirty="0"/>
              <a:t>Reusability</a:t>
            </a:r>
            <a:r>
              <a:rPr lang="en-US" sz="2000" dirty="0"/>
              <a:t> → same collection works for any type.</a:t>
            </a:r>
          </a:p>
          <a:p>
            <a:r>
              <a:rPr lang="en-US" sz="2000" dirty="0"/>
              <a:t>✅ </a:t>
            </a:r>
            <a:r>
              <a:rPr lang="en-US" sz="2000" b="1" dirty="0"/>
              <a:t>Better Code Readability</a:t>
            </a:r>
            <a:r>
              <a:rPr lang="en-US" sz="2000" dirty="0"/>
              <a:t> → you know exactly what type the collection stores.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F4868-9AFD-D7DF-F352-B7A04F3EE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8DB65C-705E-6821-19D7-551FBF93C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Generic Collections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E52721E7-2930-553D-4AD6-26570B5779EE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297198941"/>
              </p:ext>
            </p:extLst>
          </p:nvPr>
        </p:nvGraphicFramePr>
        <p:xfrm>
          <a:off x="612775" y="1600200"/>
          <a:ext cx="815340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2534976699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1851558528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755113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to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979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List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dynamic array that can grow/shrink.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you need an ordered collection with fast access.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93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Dictionary&lt;TKey, TValue&gt;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Key-Value pair storage (like a map).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you need fast lookups by key.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446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Queue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FIFO (First In, First Out).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you process items in order they arrive (e.g., print jobs).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03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Stack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LIFO (Last In, First Out).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you need reverse order processing (e.g., undo feature).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763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HashSet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unique elements only.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When you need to avoid duplicates.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5126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673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5FE76-0CBD-22EB-EB1C-2CAC2DEA0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4407A-7E4F-E157-1E3A-9D896729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Generic Collections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2CD6CFDA-1E99-14FA-5E27-C9BD05E1C58D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98311612"/>
              </p:ext>
            </p:extLst>
          </p:nvPr>
        </p:nvGraphicFramePr>
        <p:xfrm>
          <a:off x="612775" y="1600200"/>
          <a:ext cx="8153400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2534976699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1851558528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755113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to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979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SortedList&lt;TKey, TValue&gt;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Key-value pairs sorted by key.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When you need fast lookup </a:t>
                      </a:r>
                      <a:r>
                        <a:rPr lang="en-US" i="1" dirty="0"/>
                        <a:t>and</a:t>
                      </a:r>
                      <a:r>
                        <a:rPr lang="en-US" dirty="0"/>
                        <a:t> sorted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428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LinkedList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Doubly linked list.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frequent insertions/removals are required.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21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SortedDictionary&lt;TKey, TValue&gt;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Dictionary but always sorted by key.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order matters with key-value lookups.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195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SortedSet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Sorted collection of unique items.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When you need unique + ordered items.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153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82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256A1-133D-406B-21C1-51CF5CA64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7C28E9-375E-B79D-D1F4-AFD25D950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Collections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FB7D22-C909-8A58-B9A4-6FB39595F8A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Key Takeaway</a:t>
            </a:r>
          </a:p>
          <a:p>
            <a:r>
              <a:rPr lang="en-US" sz="2000" dirty="0"/>
              <a:t>Use </a:t>
            </a:r>
            <a:r>
              <a:rPr lang="en-US" sz="2000" b="1" dirty="0"/>
              <a:t>List&lt;T&gt;</a:t>
            </a:r>
            <a:r>
              <a:rPr lang="en-US" sz="2000" dirty="0"/>
              <a:t> for dynamic arrays.</a:t>
            </a:r>
          </a:p>
          <a:p>
            <a:r>
              <a:rPr lang="en-US" sz="2000" dirty="0"/>
              <a:t>Use </a:t>
            </a:r>
            <a:r>
              <a:rPr lang="en-US" sz="2000" b="1" dirty="0"/>
              <a:t>Dictionary&lt;</a:t>
            </a:r>
            <a:r>
              <a:rPr lang="en-US" sz="2000" b="1" dirty="0" err="1"/>
              <a:t>TKey,TValue</a:t>
            </a:r>
            <a:r>
              <a:rPr lang="en-US" sz="2000" b="1" dirty="0"/>
              <a:t>&gt;</a:t>
            </a:r>
            <a:r>
              <a:rPr lang="en-US" sz="2000" dirty="0"/>
              <a:t> for key-based lookups.</a:t>
            </a:r>
          </a:p>
          <a:p>
            <a:r>
              <a:rPr lang="en-US" sz="2000" dirty="0"/>
              <a:t>Use </a:t>
            </a:r>
            <a:r>
              <a:rPr lang="en-US" sz="2000" b="1" dirty="0"/>
              <a:t>Queue&lt;T&gt;</a:t>
            </a:r>
            <a:r>
              <a:rPr lang="en-US" sz="2000" dirty="0"/>
              <a:t> when order matters (FIFO).</a:t>
            </a:r>
          </a:p>
          <a:p>
            <a:r>
              <a:rPr lang="en-US" sz="2000" dirty="0"/>
              <a:t>Use </a:t>
            </a:r>
            <a:r>
              <a:rPr lang="en-US" sz="2000" b="1" dirty="0"/>
              <a:t>Stack&lt;T&gt;</a:t>
            </a:r>
            <a:r>
              <a:rPr lang="en-US" sz="2000" dirty="0"/>
              <a:t> when reverse order matters (LIFO).</a:t>
            </a:r>
          </a:p>
          <a:p>
            <a:r>
              <a:rPr lang="en-US" sz="2000" dirty="0"/>
              <a:t>Use </a:t>
            </a:r>
            <a:r>
              <a:rPr lang="en-US" sz="2000" b="1" dirty="0"/>
              <a:t>HashSet&lt;T&gt;</a:t>
            </a:r>
            <a:r>
              <a:rPr lang="en-US" sz="2000" dirty="0"/>
              <a:t> to ensure uniqueness.</a:t>
            </a:r>
          </a:p>
          <a:p>
            <a:r>
              <a:rPr lang="en-US" sz="2000" dirty="0"/>
              <a:t>Use </a:t>
            </a:r>
            <a:r>
              <a:rPr lang="en-US" sz="2000" b="1" dirty="0" err="1"/>
              <a:t>SortedList</a:t>
            </a:r>
            <a:r>
              <a:rPr lang="en-US" sz="2000" b="1" dirty="0"/>
              <a:t> / </a:t>
            </a:r>
            <a:r>
              <a:rPr lang="en-US" sz="2000" b="1" dirty="0" err="1"/>
              <a:t>SortedDictionary</a:t>
            </a:r>
            <a:r>
              <a:rPr lang="en-US" sz="2000" b="1" dirty="0"/>
              <a:t> / </a:t>
            </a:r>
            <a:r>
              <a:rPr lang="en-US" sz="2000" b="1" dirty="0" err="1"/>
              <a:t>SortedSet</a:t>
            </a:r>
            <a:r>
              <a:rPr lang="en-US" sz="2000" dirty="0"/>
              <a:t> when you need </a:t>
            </a:r>
            <a:r>
              <a:rPr lang="en-US" sz="2000" b="1" dirty="0"/>
              <a:t>sorted collections</a:t>
            </a:r>
            <a:r>
              <a:rPr lang="en-US" sz="2000" dirty="0"/>
              <a:t>.</a:t>
            </a:r>
          </a:p>
          <a:p>
            <a:r>
              <a:rPr lang="en-US" sz="2000"/>
              <a:t>Use </a:t>
            </a:r>
            <a:r>
              <a:rPr lang="en-US" sz="2000" b="1"/>
              <a:t>LinkedList&lt;T&gt;</a:t>
            </a:r>
            <a:r>
              <a:rPr lang="en-US" sz="2000"/>
              <a:t> when frequent insertions/removals are needed in the middle.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405251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2709</TotalTime>
  <Words>392</Words>
  <Application>Microsoft Office PowerPoint</Application>
  <PresentationFormat>On-screen Show (4:3)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Tw Cen MT</vt:lpstr>
      <vt:lpstr>Wingdings</vt:lpstr>
      <vt:lpstr>Wingdings 2</vt:lpstr>
      <vt:lpstr>Median</vt:lpstr>
      <vt:lpstr>Generic Collections</vt:lpstr>
      <vt:lpstr>Types of Generic Collections</vt:lpstr>
      <vt:lpstr>Types of Generic Collections</vt:lpstr>
      <vt:lpstr>Generic Collections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Threading</dc:title>
  <dc:creator/>
  <cp:lastModifiedBy>Santhosh Kumar</cp:lastModifiedBy>
  <cp:revision>198</cp:revision>
  <dcterms:created xsi:type="dcterms:W3CDTF">2006-08-16T00:00:00Z</dcterms:created>
  <dcterms:modified xsi:type="dcterms:W3CDTF">2025-10-01T18:46:52Z</dcterms:modified>
</cp:coreProperties>
</file>